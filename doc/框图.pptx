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14BEE-FE5E-7563-EAF8-5BB4ACB8C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3F1F7E-F02B-E8D3-7EB2-B8B2B4727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AE4F3F-7CF1-B2DE-F52D-64FC21CD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6DF9EF-C78F-08F5-827D-A5DDB65D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E323BB-E84F-C1AB-52D3-15474240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8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DE859-17AA-516F-C318-82E479B0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ED601B-AD96-E902-1E48-AB42EC59A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0F7278-D29C-C31C-FCEB-CB2D970D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5C4F7-8175-6F7A-7316-8D265A8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6946D0-01EF-E794-AE90-FE73F916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57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C35F2-5086-ECB0-D8CC-794BA7C3C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8AFD38-99B0-CF66-BC5E-A18CDB2B6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7E70C1-E3FD-CE85-AA87-196A6C87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7292E-E991-4F08-CEED-D98F2C9D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C9FA58-5CC0-78D1-C739-4C8FEE64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69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8EA0E-A89B-BC8D-08F5-970977ED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DEBFA-173A-B457-832F-AFEC51F59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125472-6F69-F36F-4312-9BFFB19D8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B15632-2A87-E0B5-7D44-10A780E2F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01A5A4-BF42-6AC7-BD54-41D02B04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7D5B96-DD6A-BB8D-A699-EBB046A0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68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AE56B-3F5C-A264-BF80-8993BB49D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2E4694-6DDC-5FA1-6147-394012746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96FA09-88F7-BBB1-8BEE-B08D1C28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A9B4BB-6AE6-9452-126F-1223B443A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088173-2EBF-8B84-5D62-0FF4A05C3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ABFA8A-E3C3-FCB7-6CD7-C8DE363F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4E07CB-9224-FB40-F94A-9C7CF037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D7A79D-9845-D6B7-76C5-6F2709D3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EB351-6313-6EF5-C0E7-15D25FE5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1EB292-65DC-6CD2-0D99-22BE99FF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518D21-F976-5FA9-4988-D2D14B4B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F23B14-95AB-3D72-219B-DFE56376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74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91D6FA-E1B8-9274-9A04-1942309B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0EABC3-5711-A35B-F982-A2A03A68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BC9A76-D7CA-7831-7B29-F44EFD6A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842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CEDD9-4BBE-438C-8AD8-C277E3E2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40B1DA-40D5-CDB9-C394-91EF7B05C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18FA7E-4F71-EB6C-BF91-5F54811E8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7D9E6C-305C-281D-BB0B-6189918A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1E4F96-1237-7B27-F544-691978C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9B416D-D7B5-99A8-1B74-F9325F5E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65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D67041-4594-FED2-3907-E9C8ADD9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447685-9B42-600E-1F1C-488069A95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4EA65A-4389-C0E8-AEC4-4B8C7A257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FF45B5-8C25-9B3E-FC1E-CFCA3AAF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BB1F1A-CBE0-FC22-7B76-430D890DE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6F785B-C114-0E27-B224-1937D434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06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6903D-2B3A-F9A4-C2FE-BEE4B7E8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3152E2-93EB-18B6-AEA7-499E61B90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801E29-B4E8-B641-50DB-CEE10946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8439C2-B5BA-3CB0-3B3C-22B806BA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04CE14-B2C5-4AB9-C986-A0EF9A31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85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4CB0D8-4473-BF75-75CA-83D2984BB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2CD2B3-A6D6-205A-73CA-1F4F258C1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F5AB62-1B41-3803-6958-12FDFAEB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961D4C-85E7-2329-0466-7BADABE8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7A23D6-86C0-B549-144F-8D93BC94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40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0EF65C-E6F8-A0D2-00AF-E906BC94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8C011-28A5-4B4F-14CC-19D9D88B7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278236-86F9-BA68-B0B2-A76B6A6B1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42CA0-3078-4807-B429-DAEADEAF592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6C252C-696D-AAFF-E818-F6A621683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ED74E9-C9AD-AE0B-D84F-AF4E94B3E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0EA7A-7B5A-4BC5-9302-FEC3EF51C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03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A696F393-5A4F-EAA0-9CEC-E3C3F3856412}"/>
              </a:ext>
            </a:extLst>
          </p:cNvPr>
          <p:cNvGrpSpPr/>
          <p:nvPr/>
        </p:nvGrpSpPr>
        <p:grpSpPr>
          <a:xfrm>
            <a:off x="1109267" y="1159265"/>
            <a:ext cx="1436261" cy="1003824"/>
            <a:chOff x="3028529" y="2550775"/>
            <a:chExt cx="1024727" cy="1383046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920FF4F-1C51-6076-C6C6-15C18320E80B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A7C5A68-C36B-A045-4CDC-19C45601E7A9}"/>
                </a:ext>
              </a:extLst>
            </p:cNvPr>
            <p:cNvSpPr txBox="1"/>
            <p:nvPr/>
          </p:nvSpPr>
          <p:spPr>
            <a:xfrm>
              <a:off x="3150536" y="2988886"/>
              <a:ext cx="776226" cy="508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HDMI-in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E85E5EBF-F12F-41D0-AF6D-7523D8337E82}"/>
              </a:ext>
            </a:extLst>
          </p:cNvPr>
          <p:cNvSpPr txBox="1"/>
          <p:nvPr/>
        </p:nvSpPr>
        <p:spPr>
          <a:xfrm>
            <a:off x="2675527" y="12032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原图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295B55A-F761-3EF8-EE5B-771CA18A80BD}"/>
              </a:ext>
            </a:extLst>
          </p:cNvPr>
          <p:cNvCxnSpPr>
            <a:cxnSpLocks/>
          </p:cNvCxnSpPr>
          <p:nvPr/>
        </p:nvCxnSpPr>
        <p:spPr>
          <a:xfrm flipV="1">
            <a:off x="2588438" y="1661177"/>
            <a:ext cx="990181" cy="6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F2E7CF5-366E-DAE0-8799-258DC54BA560}"/>
              </a:ext>
            </a:extLst>
          </p:cNvPr>
          <p:cNvCxnSpPr>
            <a:cxnSpLocks/>
          </p:cNvCxnSpPr>
          <p:nvPr/>
        </p:nvCxnSpPr>
        <p:spPr>
          <a:xfrm>
            <a:off x="2999985" y="5085759"/>
            <a:ext cx="4821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D5B8132-EF57-2A50-1DD2-2C73DE8D73A6}"/>
              </a:ext>
            </a:extLst>
          </p:cNvPr>
          <p:cNvCxnSpPr>
            <a:cxnSpLocks/>
          </p:cNvCxnSpPr>
          <p:nvPr/>
        </p:nvCxnSpPr>
        <p:spPr>
          <a:xfrm>
            <a:off x="3027659" y="1846581"/>
            <a:ext cx="9373" cy="32151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30092F4-089B-00DE-E653-5514D9FE55BB}"/>
              </a:ext>
            </a:extLst>
          </p:cNvPr>
          <p:cNvCxnSpPr>
            <a:cxnSpLocks/>
          </p:cNvCxnSpPr>
          <p:nvPr/>
        </p:nvCxnSpPr>
        <p:spPr>
          <a:xfrm flipV="1">
            <a:off x="502087" y="1661177"/>
            <a:ext cx="593269" cy="108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32722848-BBF6-5C7C-FC4F-9747D4F7140E}"/>
              </a:ext>
            </a:extLst>
          </p:cNvPr>
          <p:cNvGrpSpPr/>
          <p:nvPr/>
        </p:nvGrpSpPr>
        <p:grpSpPr>
          <a:xfrm>
            <a:off x="4753068" y="3247830"/>
            <a:ext cx="939790" cy="996319"/>
            <a:chOff x="3028529" y="2550775"/>
            <a:chExt cx="1024727" cy="1383046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21D4E7FC-FAF5-E023-4E1E-79D55843D3E0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C6CA7DD6-0285-BF08-CEEF-8AB536955F9C}"/>
                </a:ext>
              </a:extLst>
            </p:cNvPr>
            <p:cNvSpPr txBox="1"/>
            <p:nvPr/>
          </p:nvSpPr>
          <p:spPr>
            <a:xfrm>
              <a:off x="3087078" y="2710878"/>
              <a:ext cx="907629" cy="8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子图</a:t>
              </a:r>
              <a:endParaRPr lang="en-US" altLang="zh-CN" dirty="0"/>
            </a:p>
            <a:p>
              <a:pPr algn="ctr"/>
              <a:r>
                <a:rPr lang="zh-CN" altLang="en-US" dirty="0"/>
                <a:t>缓存</a:t>
              </a:r>
              <a:endParaRPr lang="en-US" altLang="zh-CN" dirty="0"/>
            </a:p>
          </p:txBody>
        </p:sp>
      </p:grp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4955D466-3A88-C3BA-987B-E92CE419C811}"/>
              </a:ext>
            </a:extLst>
          </p:cNvPr>
          <p:cNvCxnSpPr>
            <a:cxnSpLocks/>
          </p:cNvCxnSpPr>
          <p:nvPr/>
        </p:nvCxnSpPr>
        <p:spPr>
          <a:xfrm>
            <a:off x="5828275" y="3745989"/>
            <a:ext cx="4821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9AC8C21A-1CB1-EEB7-E72F-422FC8E5FA30}"/>
              </a:ext>
            </a:extLst>
          </p:cNvPr>
          <p:cNvGrpSpPr/>
          <p:nvPr/>
        </p:nvGrpSpPr>
        <p:grpSpPr>
          <a:xfrm>
            <a:off x="6632692" y="1154086"/>
            <a:ext cx="1700462" cy="996319"/>
            <a:chOff x="6096001" y="5202769"/>
            <a:chExt cx="1700462" cy="996319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1680887-CE57-AE3C-657A-C8D2250E9FD3}"/>
                </a:ext>
              </a:extLst>
            </p:cNvPr>
            <p:cNvSpPr/>
            <p:nvPr/>
          </p:nvSpPr>
          <p:spPr>
            <a:xfrm>
              <a:off x="6096001" y="5202769"/>
              <a:ext cx="1700462" cy="9963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2077C0B4-398D-99A3-C09D-52C6E6FD89A0}"/>
                </a:ext>
              </a:extLst>
            </p:cNvPr>
            <p:cNvSpPr txBox="1"/>
            <p:nvPr/>
          </p:nvSpPr>
          <p:spPr>
            <a:xfrm>
              <a:off x="6333505" y="5509076"/>
              <a:ext cx="12254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字符显示</a:t>
              </a:r>
              <a:endParaRPr lang="en-US" altLang="zh-CN" dirty="0"/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94A81A94-8F7E-A5DC-6032-CACE6CF4EEDF}"/>
              </a:ext>
            </a:extLst>
          </p:cNvPr>
          <p:cNvGrpSpPr/>
          <p:nvPr/>
        </p:nvGrpSpPr>
        <p:grpSpPr>
          <a:xfrm>
            <a:off x="3482116" y="4521691"/>
            <a:ext cx="2173694" cy="1158617"/>
            <a:chOff x="3028529" y="2550775"/>
            <a:chExt cx="1024727" cy="1420414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5D9FF16D-D9D8-2EFA-9861-76037EBE4790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96754DD-9B92-0D81-0BDE-9C0006D6B502}"/>
                </a:ext>
              </a:extLst>
            </p:cNvPr>
            <p:cNvSpPr txBox="1"/>
            <p:nvPr/>
          </p:nvSpPr>
          <p:spPr>
            <a:xfrm>
              <a:off x="3077059" y="2689463"/>
              <a:ext cx="907629" cy="1281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YOLO </a:t>
              </a:r>
              <a:r>
                <a:rPr lang="zh-CN" altLang="en-US" dirty="0"/>
                <a:t>检测</a:t>
              </a:r>
              <a:endParaRPr lang="en-US" altLang="zh-CN" dirty="0"/>
            </a:p>
            <a:p>
              <a:pPr algn="ctr"/>
              <a:r>
                <a:rPr lang="zh-CN" altLang="en-US" dirty="0"/>
                <a:t>车牌类型、</a:t>
              </a:r>
              <a:endParaRPr lang="en-US" altLang="zh-CN" dirty="0"/>
            </a:p>
            <a:p>
              <a:pPr algn="ctr"/>
              <a:r>
                <a:rPr lang="zh-CN" altLang="en-US" dirty="0"/>
                <a:t>位置、大小</a:t>
              </a:r>
              <a:endParaRPr lang="en-US" altLang="zh-CN" dirty="0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13AECC1C-0DED-D9FD-E5E3-A07B8F8AE75B}"/>
              </a:ext>
            </a:extLst>
          </p:cNvPr>
          <p:cNvGrpSpPr/>
          <p:nvPr/>
        </p:nvGrpSpPr>
        <p:grpSpPr>
          <a:xfrm>
            <a:off x="3578618" y="1140227"/>
            <a:ext cx="1980691" cy="996319"/>
            <a:chOff x="3028529" y="2550775"/>
            <a:chExt cx="1024727" cy="1383046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9E4A2780-5B53-7BB4-B924-23E0EDE37329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3F860143-7A06-6AD8-CD70-BF309D552B41}"/>
                </a:ext>
              </a:extLst>
            </p:cNvPr>
            <p:cNvSpPr txBox="1"/>
            <p:nvPr/>
          </p:nvSpPr>
          <p:spPr>
            <a:xfrm>
              <a:off x="3087636" y="2828986"/>
              <a:ext cx="907629" cy="8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预选框显示</a:t>
              </a:r>
              <a:endParaRPr lang="en-US" altLang="zh-CN" dirty="0"/>
            </a:p>
            <a:p>
              <a:pPr algn="ctr"/>
              <a:r>
                <a:rPr lang="zh-CN" altLang="en-US" dirty="0"/>
                <a:t>子图裁切</a:t>
              </a:r>
              <a:endParaRPr lang="en-US" altLang="zh-CN" dirty="0"/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9572CADD-1F40-A1C1-6FA3-222C5C01AA6A}"/>
              </a:ext>
            </a:extLst>
          </p:cNvPr>
          <p:cNvGrpSpPr/>
          <p:nvPr/>
        </p:nvGrpSpPr>
        <p:grpSpPr>
          <a:xfrm>
            <a:off x="9154968" y="1159265"/>
            <a:ext cx="1700462" cy="996319"/>
            <a:chOff x="6096001" y="5202769"/>
            <a:chExt cx="1700462" cy="996319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0104424A-BE06-AC37-B0F3-0269A3F04F49}"/>
                </a:ext>
              </a:extLst>
            </p:cNvPr>
            <p:cNvSpPr/>
            <p:nvPr/>
          </p:nvSpPr>
          <p:spPr>
            <a:xfrm>
              <a:off x="6096001" y="5202769"/>
              <a:ext cx="1700462" cy="9963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CDBADF17-F227-B890-C66A-F0C0F31F3019}"/>
                </a:ext>
              </a:extLst>
            </p:cNvPr>
            <p:cNvSpPr txBox="1"/>
            <p:nvPr/>
          </p:nvSpPr>
          <p:spPr>
            <a:xfrm>
              <a:off x="6333505" y="5509076"/>
              <a:ext cx="12254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HDMI-out</a:t>
              </a:r>
            </a:p>
          </p:txBody>
        </p:sp>
      </p:grp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6BE28D4A-3A41-1746-683C-03877232F76F}"/>
              </a:ext>
            </a:extLst>
          </p:cNvPr>
          <p:cNvCxnSpPr>
            <a:cxnSpLocks/>
          </p:cNvCxnSpPr>
          <p:nvPr/>
        </p:nvCxnSpPr>
        <p:spPr>
          <a:xfrm>
            <a:off x="5692858" y="1661177"/>
            <a:ext cx="752965" cy="6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8C1AC14C-F563-FAF1-6299-1355FFC719BC}"/>
              </a:ext>
            </a:extLst>
          </p:cNvPr>
          <p:cNvCxnSpPr>
            <a:cxnSpLocks/>
          </p:cNvCxnSpPr>
          <p:nvPr/>
        </p:nvCxnSpPr>
        <p:spPr>
          <a:xfrm flipH="1" flipV="1">
            <a:off x="4420544" y="2181602"/>
            <a:ext cx="6492" cy="23027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B8349783-29AB-BDC3-EDD7-0E0FD861B14B}"/>
              </a:ext>
            </a:extLst>
          </p:cNvPr>
          <p:cNvCxnSpPr>
            <a:cxnSpLocks/>
          </p:cNvCxnSpPr>
          <p:nvPr/>
        </p:nvCxnSpPr>
        <p:spPr>
          <a:xfrm>
            <a:off x="5189319" y="2162351"/>
            <a:ext cx="0" cy="10043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1A9C2BFE-31DC-75A8-F6B8-599088B5BA2E}"/>
              </a:ext>
            </a:extLst>
          </p:cNvPr>
          <p:cNvGrpSpPr/>
          <p:nvPr/>
        </p:nvGrpSpPr>
        <p:grpSpPr>
          <a:xfrm>
            <a:off x="6445823" y="3166712"/>
            <a:ext cx="2173694" cy="1128136"/>
            <a:chOff x="3028529" y="2550775"/>
            <a:chExt cx="1024727" cy="1383046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3790D666-AD46-02CD-D2E6-47387EABD16A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41CE35DC-F1FB-F6EB-6BCC-62D4E72DB207}"/>
                </a:ext>
              </a:extLst>
            </p:cNvPr>
            <p:cNvSpPr txBox="1"/>
            <p:nvPr/>
          </p:nvSpPr>
          <p:spPr>
            <a:xfrm>
              <a:off x="3087078" y="2782120"/>
              <a:ext cx="907629" cy="792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/>
                <a:t>LPRNet</a:t>
              </a:r>
              <a:endParaRPr lang="en-US" altLang="zh-CN" dirty="0"/>
            </a:p>
            <a:p>
              <a:pPr algn="ctr"/>
              <a:r>
                <a:rPr lang="zh-CN" altLang="en-US" dirty="0"/>
                <a:t>检测车牌号</a:t>
              </a:r>
              <a:endParaRPr lang="en-US" altLang="zh-CN" dirty="0"/>
            </a:p>
          </p:txBody>
        </p:sp>
      </p:grp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E82A65EB-38BE-7D11-1975-F3738763E68A}"/>
              </a:ext>
            </a:extLst>
          </p:cNvPr>
          <p:cNvCxnSpPr>
            <a:cxnSpLocks/>
          </p:cNvCxnSpPr>
          <p:nvPr/>
        </p:nvCxnSpPr>
        <p:spPr>
          <a:xfrm flipH="1" flipV="1">
            <a:off x="7511417" y="2331674"/>
            <a:ext cx="6492" cy="6537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AD7272F6-00B4-F327-F5AC-871B4596834E}"/>
              </a:ext>
            </a:extLst>
          </p:cNvPr>
          <p:cNvSpPr txBox="1"/>
          <p:nvPr/>
        </p:nvSpPr>
        <p:spPr>
          <a:xfrm>
            <a:off x="5646122" y="123245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带框图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167A57AB-9627-FDE1-25E8-A723B2833956}"/>
              </a:ext>
            </a:extLst>
          </p:cNvPr>
          <p:cNvSpPr txBox="1"/>
          <p:nvPr/>
        </p:nvSpPr>
        <p:spPr>
          <a:xfrm>
            <a:off x="8305480" y="992055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带框与</a:t>
            </a:r>
            <a:endParaRPr lang="en-US" altLang="zh-CN" dirty="0"/>
          </a:p>
          <a:p>
            <a:r>
              <a:rPr lang="zh-CN" altLang="en-US" dirty="0"/>
              <a:t>字符图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65CCAA9-34CF-EB19-5046-13953FEBC599}"/>
              </a:ext>
            </a:extLst>
          </p:cNvPr>
          <p:cNvSpPr txBox="1"/>
          <p:nvPr/>
        </p:nvSpPr>
        <p:spPr>
          <a:xfrm>
            <a:off x="3312548" y="305365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预选框</a:t>
            </a:r>
            <a:endParaRPr lang="en-US" altLang="zh-CN" dirty="0"/>
          </a:p>
          <a:p>
            <a:r>
              <a:rPr lang="zh-CN" altLang="en-US" dirty="0"/>
              <a:t>相关数据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0C70EFBF-6582-A279-243B-4DCDF005333E}"/>
              </a:ext>
            </a:extLst>
          </p:cNvPr>
          <p:cNvSpPr txBox="1"/>
          <p:nvPr/>
        </p:nvSpPr>
        <p:spPr>
          <a:xfrm>
            <a:off x="5222963" y="24874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子图数据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B93D214B-0693-A562-A3EC-3409FE27669D}"/>
              </a:ext>
            </a:extLst>
          </p:cNvPr>
          <p:cNvCxnSpPr>
            <a:cxnSpLocks/>
          </p:cNvCxnSpPr>
          <p:nvPr/>
        </p:nvCxnSpPr>
        <p:spPr>
          <a:xfrm>
            <a:off x="8381416" y="1667881"/>
            <a:ext cx="752965" cy="6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A1292F99-5E36-AFFE-A52D-602E38619A4D}"/>
              </a:ext>
            </a:extLst>
          </p:cNvPr>
          <p:cNvCxnSpPr>
            <a:cxnSpLocks/>
          </p:cNvCxnSpPr>
          <p:nvPr/>
        </p:nvCxnSpPr>
        <p:spPr>
          <a:xfrm flipV="1">
            <a:off x="10911728" y="1661177"/>
            <a:ext cx="593269" cy="1086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1F91B83-4712-4CF2-91C2-5DAB969523CB}"/>
              </a:ext>
            </a:extLst>
          </p:cNvPr>
          <p:cNvSpPr txBox="1"/>
          <p:nvPr/>
        </p:nvSpPr>
        <p:spPr>
          <a:xfrm>
            <a:off x="0" y="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系统整体流程</a:t>
            </a:r>
          </a:p>
        </p:txBody>
      </p:sp>
    </p:spTree>
    <p:extLst>
      <p:ext uri="{BB962C8B-B14F-4D97-AF65-F5344CB8AC3E}">
        <p14:creationId xmlns:p14="http://schemas.microsoft.com/office/powerpoint/2010/main" val="45685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119CDBA-8DEF-0F4A-9A95-652D5CA0458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082383" y="3734691"/>
            <a:ext cx="9901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52D3B2A0-C99D-EF98-4836-FB12BE9B55D9}"/>
              </a:ext>
            </a:extLst>
          </p:cNvPr>
          <p:cNvGrpSpPr/>
          <p:nvPr/>
        </p:nvGrpSpPr>
        <p:grpSpPr>
          <a:xfrm>
            <a:off x="5072562" y="3043168"/>
            <a:ext cx="1436261" cy="1383046"/>
            <a:chOff x="3028529" y="2550775"/>
            <a:chExt cx="1024727" cy="138304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C4D713A-C4F9-5BC5-48CF-7E5773928A52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F79CC26-D96B-158D-8AB0-5FB36401A03E}"/>
                </a:ext>
              </a:extLst>
            </p:cNvPr>
            <p:cNvSpPr txBox="1"/>
            <p:nvPr/>
          </p:nvSpPr>
          <p:spPr>
            <a:xfrm>
              <a:off x="3199965" y="3054456"/>
              <a:ext cx="776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PE</a:t>
              </a:r>
              <a:r>
                <a:rPr lang="zh-CN" altLang="en-US" b="1" dirty="0"/>
                <a:t> </a:t>
              </a:r>
              <a:r>
                <a:rPr lang="en-US" altLang="zh-CN" b="1" dirty="0"/>
                <a:t>Array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DE94CA67-F5B7-28C7-22D0-2FE0826FF7B5}"/>
              </a:ext>
            </a:extLst>
          </p:cNvPr>
          <p:cNvSpPr txBox="1"/>
          <p:nvPr/>
        </p:nvSpPr>
        <p:spPr>
          <a:xfrm>
            <a:off x="0" y="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单层神经网络结构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6CD10C4-9EB0-5503-D66B-5956F0B3785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520783" y="3734691"/>
            <a:ext cx="9901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FC2C80D-7AF2-9498-35BD-B32A2F75C5F6}"/>
              </a:ext>
            </a:extLst>
          </p:cNvPr>
          <p:cNvGrpSpPr/>
          <p:nvPr/>
        </p:nvGrpSpPr>
        <p:grpSpPr>
          <a:xfrm>
            <a:off x="7510963" y="3043168"/>
            <a:ext cx="1692567" cy="1383046"/>
            <a:chOff x="3028529" y="2550775"/>
            <a:chExt cx="1207593" cy="138304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15CD2E4-F249-EBC5-3B7E-BFD8A9F4990F}"/>
                </a:ext>
              </a:extLst>
            </p:cNvPr>
            <p:cNvSpPr/>
            <p:nvPr/>
          </p:nvSpPr>
          <p:spPr>
            <a:xfrm>
              <a:off x="3028529" y="2550775"/>
              <a:ext cx="1207593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0F10D00-2EEA-E86D-37E0-763C44EE2B5F}"/>
                </a:ext>
              </a:extLst>
            </p:cNvPr>
            <p:cNvSpPr txBox="1"/>
            <p:nvPr/>
          </p:nvSpPr>
          <p:spPr>
            <a:xfrm>
              <a:off x="3078040" y="3026275"/>
              <a:ext cx="1104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Output Layer</a:t>
              </a: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2EFC733-87F1-0239-8D38-840ACA012964}"/>
              </a:ext>
            </a:extLst>
          </p:cNvPr>
          <p:cNvCxnSpPr>
            <a:cxnSpLocks/>
          </p:cNvCxnSpPr>
          <p:nvPr/>
        </p:nvCxnSpPr>
        <p:spPr>
          <a:xfrm flipV="1">
            <a:off x="9203530" y="3717423"/>
            <a:ext cx="1576565" cy="115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9801695-4707-CF13-0437-AB0C682E6039}"/>
              </a:ext>
            </a:extLst>
          </p:cNvPr>
          <p:cNvGrpSpPr/>
          <p:nvPr/>
        </p:nvGrpSpPr>
        <p:grpSpPr>
          <a:xfrm>
            <a:off x="2634163" y="3043168"/>
            <a:ext cx="1522157" cy="1383046"/>
            <a:chOff x="3028529" y="2550775"/>
            <a:chExt cx="1086011" cy="138304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35E0A24-6AFD-0341-A3A9-DDEDB6DB07AA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FA520DA-244E-2281-20DE-9CD50BB37CA0}"/>
                </a:ext>
              </a:extLst>
            </p:cNvPr>
            <p:cNvSpPr txBox="1"/>
            <p:nvPr/>
          </p:nvSpPr>
          <p:spPr>
            <a:xfrm>
              <a:off x="3112277" y="2988279"/>
              <a:ext cx="10022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Input Layer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505547F-D311-0FFB-1D3C-A59C546E8FAF}"/>
              </a:ext>
            </a:extLst>
          </p:cNvPr>
          <p:cNvGrpSpPr/>
          <p:nvPr/>
        </p:nvGrpSpPr>
        <p:grpSpPr>
          <a:xfrm>
            <a:off x="5084522" y="1181999"/>
            <a:ext cx="1436261" cy="1383046"/>
            <a:chOff x="3028529" y="2550775"/>
            <a:chExt cx="1024727" cy="138304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63D62D2-4869-9CCA-0025-D25279F35708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9367363-BDF1-AD0E-40DF-46C12610E531}"/>
                </a:ext>
              </a:extLst>
            </p:cNvPr>
            <p:cNvSpPr txBox="1"/>
            <p:nvPr/>
          </p:nvSpPr>
          <p:spPr>
            <a:xfrm>
              <a:off x="3225327" y="2919132"/>
              <a:ext cx="7762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Weights</a:t>
              </a:r>
            </a:p>
            <a:p>
              <a:r>
                <a:rPr lang="en-US" altLang="zh-CN" b="1" dirty="0"/>
                <a:t>Control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EB3ADD5-E4B5-A8D5-2A88-FFF1644BAD9B}"/>
              </a:ext>
            </a:extLst>
          </p:cNvPr>
          <p:cNvGrpSpPr/>
          <p:nvPr/>
        </p:nvGrpSpPr>
        <p:grpSpPr>
          <a:xfrm>
            <a:off x="7510964" y="1368658"/>
            <a:ext cx="1135532" cy="996319"/>
            <a:chOff x="3028529" y="2550775"/>
            <a:chExt cx="1024727" cy="138304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C033E35-F2D6-6C61-3A65-39FA28979418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D921598-8B59-B22F-013D-77887E6A2A1A}"/>
                </a:ext>
              </a:extLst>
            </p:cNvPr>
            <p:cNvSpPr txBox="1"/>
            <p:nvPr/>
          </p:nvSpPr>
          <p:spPr>
            <a:xfrm>
              <a:off x="3225327" y="2919132"/>
              <a:ext cx="776226" cy="512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Bram</a:t>
              </a:r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B831758-9612-63E3-BC80-D633AC572A27}"/>
              </a:ext>
            </a:extLst>
          </p:cNvPr>
          <p:cNvCxnSpPr>
            <a:cxnSpLocks/>
          </p:cNvCxnSpPr>
          <p:nvPr/>
        </p:nvCxnSpPr>
        <p:spPr>
          <a:xfrm flipH="1">
            <a:off x="6520783" y="1634015"/>
            <a:ext cx="9901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17E50D4-BBF7-DB9E-B7D1-4EE2291BE910}"/>
              </a:ext>
            </a:extLst>
          </p:cNvPr>
          <p:cNvCxnSpPr>
            <a:cxnSpLocks/>
            <a:stCxn id="18" idx="2"/>
            <a:endCxn id="6" idx="0"/>
          </p:cNvCxnSpPr>
          <p:nvPr/>
        </p:nvCxnSpPr>
        <p:spPr>
          <a:xfrm flipH="1">
            <a:off x="5790693" y="2565045"/>
            <a:ext cx="11960" cy="4781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6FF58A1-412F-5A88-7C39-D0F4B114C568}"/>
              </a:ext>
            </a:extLst>
          </p:cNvPr>
          <p:cNvCxnSpPr>
            <a:cxnSpLocks/>
          </p:cNvCxnSpPr>
          <p:nvPr/>
        </p:nvCxnSpPr>
        <p:spPr>
          <a:xfrm>
            <a:off x="1643984" y="3750032"/>
            <a:ext cx="9901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B5BB073-6470-12C6-2288-BD8FA02472BD}"/>
              </a:ext>
            </a:extLst>
          </p:cNvPr>
          <p:cNvSpPr txBox="1"/>
          <p:nvPr/>
        </p:nvSpPr>
        <p:spPr>
          <a:xfrm>
            <a:off x="3698361" y="149555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Line Sync</a:t>
            </a:r>
            <a:endParaRPr lang="zh-CN" altLang="en-US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BCE8985-FCA6-8584-0866-9C20DF5423DC}"/>
              </a:ext>
            </a:extLst>
          </p:cNvPr>
          <p:cNvSpPr txBox="1"/>
          <p:nvPr/>
        </p:nvSpPr>
        <p:spPr>
          <a:xfrm>
            <a:off x="1543672" y="3354754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Input Bus</a:t>
            </a:r>
            <a:endParaRPr lang="zh-CN" altLang="en-US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E52B0FE-5B34-AFD2-431A-964636B32EC2}"/>
              </a:ext>
            </a:extLst>
          </p:cNvPr>
          <p:cNvSpPr txBox="1"/>
          <p:nvPr/>
        </p:nvSpPr>
        <p:spPr>
          <a:xfrm>
            <a:off x="4008310" y="3348091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Data Bus</a:t>
            </a:r>
            <a:endParaRPr lang="zh-CN" altLang="en-US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464B221-E7CA-05E9-3C26-F72F729F4C58}"/>
              </a:ext>
            </a:extLst>
          </p:cNvPr>
          <p:cNvSpPr txBox="1"/>
          <p:nvPr/>
        </p:nvSpPr>
        <p:spPr>
          <a:xfrm>
            <a:off x="5812436" y="2634398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Weights Bus</a:t>
            </a:r>
            <a:endParaRPr lang="zh-CN" altLang="en-US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81703FE-5F64-5D12-C16B-992E6CDAF722}"/>
              </a:ext>
            </a:extLst>
          </p:cNvPr>
          <p:cNvSpPr txBox="1"/>
          <p:nvPr/>
        </p:nvSpPr>
        <p:spPr>
          <a:xfrm>
            <a:off x="6578218" y="3296006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Y Bus</a:t>
            </a:r>
            <a:endParaRPr lang="zh-CN" altLang="en-US" b="1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D4EC8F3-4AB3-0B07-C596-78319FBDC5D7}"/>
              </a:ext>
            </a:extLst>
          </p:cNvPr>
          <p:cNvSpPr txBox="1"/>
          <p:nvPr/>
        </p:nvSpPr>
        <p:spPr>
          <a:xfrm>
            <a:off x="9207692" y="3322779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Output Bus</a:t>
            </a:r>
            <a:endParaRPr lang="zh-CN" altLang="en-US" b="1" dirty="0"/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CC237899-9AB8-680D-2B7C-06C93837FB35}"/>
              </a:ext>
            </a:extLst>
          </p:cNvPr>
          <p:cNvCxnSpPr>
            <a:cxnSpLocks/>
            <a:stCxn id="15" idx="0"/>
            <a:endCxn id="18" idx="1"/>
          </p:cNvCxnSpPr>
          <p:nvPr/>
        </p:nvCxnSpPr>
        <p:spPr>
          <a:xfrm rot="5400000" flipH="1" flipV="1">
            <a:off x="3633585" y="1592231"/>
            <a:ext cx="1169646" cy="17322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2A0D58F7-3AD9-971C-7CE0-4CBD918B3043}"/>
              </a:ext>
            </a:extLst>
          </p:cNvPr>
          <p:cNvSpPr txBox="1"/>
          <p:nvPr/>
        </p:nvSpPr>
        <p:spPr>
          <a:xfrm>
            <a:off x="1550084" y="3850004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Line Sync</a:t>
            </a:r>
            <a:endParaRPr lang="zh-CN" altLang="en-US" b="1" dirty="0"/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CD582697-CFFD-73BF-D4CE-4704F8797E8C}"/>
              </a:ext>
            </a:extLst>
          </p:cNvPr>
          <p:cNvCxnSpPr>
            <a:cxnSpLocks/>
            <a:stCxn id="15" idx="2"/>
            <a:endCxn id="11" idx="2"/>
          </p:cNvCxnSpPr>
          <p:nvPr/>
        </p:nvCxnSpPr>
        <p:spPr>
          <a:xfrm rot="16200000" flipH="1">
            <a:off x="5854770" y="1923737"/>
            <a:ext cx="12700" cy="5004953"/>
          </a:xfrm>
          <a:prstGeom prst="bentConnector3">
            <a:avLst>
              <a:gd name="adj1" fmla="val 94547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F15C71E-C9CF-5B7B-85E5-18BFF05E50BA}"/>
              </a:ext>
            </a:extLst>
          </p:cNvPr>
          <p:cNvCxnSpPr>
            <a:cxnSpLocks/>
          </p:cNvCxnSpPr>
          <p:nvPr/>
        </p:nvCxnSpPr>
        <p:spPr>
          <a:xfrm>
            <a:off x="1538124" y="4219336"/>
            <a:ext cx="1096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4EE11D7C-0EB8-4D29-8703-E2863E290FD4}"/>
              </a:ext>
            </a:extLst>
          </p:cNvPr>
          <p:cNvSpPr txBox="1"/>
          <p:nvPr/>
        </p:nvSpPr>
        <p:spPr>
          <a:xfrm>
            <a:off x="5236694" y="5226528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Line Sync</a:t>
            </a:r>
            <a:endParaRPr lang="zh-CN" altLang="en-US" b="1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DD8F90F-A015-093F-E487-D67E9CB638AA}"/>
              </a:ext>
            </a:extLst>
          </p:cNvPr>
          <p:cNvCxnSpPr>
            <a:cxnSpLocks/>
          </p:cNvCxnSpPr>
          <p:nvPr/>
        </p:nvCxnSpPr>
        <p:spPr>
          <a:xfrm>
            <a:off x="6520783" y="2003347"/>
            <a:ext cx="10021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FD4B505-611F-CD0E-DC38-F5C65AAFF9B4}"/>
              </a:ext>
            </a:extLst>
          </p:cNvPr>
          <p:cNvSpPr txBox="1"/>
          <p:nvPr/>
        </p:nvSpPr>
        <p:spPr>
          <a:xfrm>
            <a:off x="9224161" y="372408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Line Sync</a:t>
            </a:r>
            <a:endParaRPr lang="zh-CN" altLang="en-US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DE08E19-0AC8-2E10-9472-828C0E914147}"/>
              </a:ext>
            </a:extLst>
          </p:cNvPr>
          <p:cNvCxnSpPr>
            <a:cxnSpLocks/>
          </p:cNvCxnSpPr>
          <p:nvPr/>
        </p:nvCxnSpPr>
        <p:spPr>
          <a:xfrm>
            <a:off x="9212201" y="4093418"/>
            <a:ext cx="1567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332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4F9DDC5F-BC16-A78A-A3E5-378ECAC89502}"/>
              </a:ext>
            </a:extLst>
          </p:cNvPr>
          <p:cNvGrpSpPr/>
          <p:nvPr/>
        </p:nvGrpSpPr>
        <p:grpSpPr>
          <a:xfrm>
            <a:off x="2116611" y="2556931"/>
            <a:ext cx="4633792" cy="2415450"/>
            <a:chOff x="376796" y="827773"/>
            <a:chExt cx="4633792" cy="2415450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FCFA4CF5-AF99-2C2A-1037-5A94DF9CBA40}"/>
                </a:ext>
              </a:extLst>
            </p:cNvPr>
            <p:cNvSpPr/>
            <p:nvPr/>
          </p:nvSpPr>
          <p:spPr>
            <a:xfrm>
              <a:off x="1787685" y="1071304"/>
              <a:ext cx="1868414" cy="1232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369CD349-A6E7-72E0-C229-8D15B10B2862}"/>
                </a:ext>
              </a:extLst>
            </p:cNvPr>
            <p:cNvSpPr/>
            <p:nvPr/>
          </p:nvSpPr>
          <p:spPr>
            <a:xfrm>
              <a:off x="1590686" y="1197105"/>
              <a:ext cx="1868414" cy="1232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508EF0F4-1BEA-E760-0B71-0F9BC31FD39D}"/>
                </a:ext>
              </a:extLst>
            </p:cNvPr>
            <p:cNvGrpSpPr/>
            <p:nvPr/>
          </p:nvGrpSpPr>
          <p:grpSpPr>
            <a:xfrm>
              <a:off x="376796" y="827773"/>
              <a:ext cx="3238368" cy="2415450"/>
              <a:chOff x="530801" y="395127"/>
              <a:chExt cx="3238368" cy="2415450"/>
            </a:xfrm>
          </p:grpSpPr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F9A3833F-F340-57FE-271C-B0665A7903D0}"/>
                  </a:ext>
                </a:extLst>
              </p:cNvPr>
              <p:cNvGrpSpPr/>
              <p:nvPr/>
            </p:nvGrpSpPr>
            <p:grpSpPr>
              <a:xfrm>
                <a:off x="530801" y="395127"/>
                <a:ext cx="3238368" cy="2415450"/>
                <a:chOff x="530801" y="395127"/>
                <a:chExt cx="3238368" cy="2415450"/>
              </a:xfrm>
            </p:grpSpPr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D29D8AB-D661-AC2C-CCAF-523D40E41763}"/>
                    </a:ext>
                  </a:extLst>
                </p:cNvPr>
                <p:cNvSpPr txBox="1"/>
                <p:nvPr/>
              </p:nvSpPr>
              <p:spPr>
                <a:xfrm>
                  <a:off x="530801" y="1122636"/>
                  <a:ext cx="9315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Data1</a:t>
                  </a:r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962C394-128F-B6FB-536E-16FBDDA52E15}"/>
                    </a:ext>
                  </a:extLst>
                </p:cNvPr>
                <p:cNvSpPr txBox="1"/>
                <p:nvPr/>
              </p:nvSpPr>
              <p:spPr>
                <a:xfrm>
                  <a:off x="923927" y="395127"/>
                  <a:ext cx="11124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Weights</a:t>
                  </a:r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2D5CCD19-480A-CB6A-6CF6-02BB74CB8711}"/>
                    </a:ext>
                  </a:extLst>
                </p:cNvPr>
                <p:cNvSpPr txBox="1"/>
                <p:nvPr/>
              </p:nvSpPr>
              <p:spPr>
                <a:xfrm>
                  <a:off x="2917626" y="2097103"/>
                  <a:ext cx="8515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 err="1"/>
                    <a:t>Y_out</a:t>
                  </a:r>
                  <a:endParaRPr lang="en-US" altLang="zh-CN" b="1" dirty="0"/>
                </a:p>
              </p:txBody>
            </p:sp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2D0EEBF5-A282-D067-4CEB-81E429E717B1}"/>
                    </a:ext>
                  </a:extLst>
                </p:cNvPr>
                <p:cNvSpPr/>
                <p:nvPr/>
              </p:nvSpPr>
              <p:spPr>
                <a:xfrm>
                  <a:off x="1539321" y="865070"/>
                  <a:ext cx="1868414" cy="123203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cxnSp>
              <p:nvCxnSpPr>
                <p:cNvPr id="72" name="直接箭头连接符 71">
                  <a:extLst>
                    <a:ext uri="{FF2B5EF4-FFF2-40B4-BE49-F238E27FC236}">
                      <a16:creationId xmlns:a16="http://schemas.microsoft.com/office/drawing/2014/main" id="{0614413E-7C9A-84CF-2728-387E585C48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02085" y="464820"/>
                  <a:ext cx="0" cy="4002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箭头连接符 72">
                  <a:extLst>
                    <a:ext uri="{FF2B5EF4-FFF2-40B4-BE49-F238E27FC236}">
                      <a16:creationId xmlns:a16="http://schemas.microsoft.com/office/drawing/2014/main" id="{DD47E127-1001-4FD1-DBB0-71850ED9C1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94470" y="2081644"/>
                  <a:ext cx="0" cy="7289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73">
                  <a:extLst>
                    <a:ext uri="{FF2B5EF4-FFF2-40B4-BE49-F238E27FC236}">
                      <a16:creationId xmlns:a16="http://schemas.microsoft.com/office/drawing/2014/main" id="{01EA1365-82ED-1197-1BA7-5D188C5008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6767" y="1481086"/>
                  <a:ext cx="942553" cy="108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ADACDDF1-BA2A-0880-69DF-4EA0E8D49362}"/>
                  </a:ext>
                </a:extLst>
              </p:cNvPr>
              <p:cNvSpPr txBox="1"/>
              <p:nvPr/>
            </p:nvSpPr>
            <p:spPr>
              <a:xfrm>
                <a:off x="1982047" y="1168803"/>
                <a:ext cx="10358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Process</a:t>
                </a:r>
              </a:p>
              <a:p>
                <a:r>
                  <a:rPr lang="en-US" altLang="zh-CN" b="1" dirty="0"/>
                  <a:t>Element</a:t>
                </a:r>
                <a:endParaRPr lang="zh-CN" altLang="en-US" b="1" dirty="0"/>
              </a:p>
            </p:txBody>
          </p:sp>
        </p:grp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302253B9-45C1-0B38-8831-D01507503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3730" y="1913732"/>
              <a:ext cx="1578152" cy="108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2F74D44-C7EA-89F0-1633-BDC43EC601DD}"/>
                </a:ext>
              </a:extLst>
            </p:cNvPr>
            <p:cNvSpPr txBox="1"/>
            <p:nvPr/>
          </p:nvSpPr>
          <p:spPr>
            <a:xfrm>
              <a:off x="3624113" y="1565172"/>
              <a:ext cx="1386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Data1_reg1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C21AD3EF-55AF-16F9-AE1C-E9C21347B815}"/>
              </a:ext>
            </a:extLst>
          </p:cNvPr>
          <p:cNvGrpSpPr/>
          <p:nvPr/>
        </p:nvGrpSpPr>
        <p:grpSpPr>
          <a:xfrm>
            <a:off x="2118987" y="385012"/>
            <a:ext cx="4576790" cy="2641862"/>
            <a:chOff x="376796" y="827773"/>
            <a:chExt cx="4576790" cy="2641862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1A60069C-0208-7177-B474-13D08F00B6FB}"/>
                </a:ext>
              </a:extLst>
            </p:cNvPr>
            <p:cNvSpPr/>
            <p:nvPr/>
          </p:nvSpPr>
          <p:spPr>
            <a:xfrm>
              <a:off x="1785309" y="1064724"/>
              <a:ext cx="1868414" cy="1232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C003D80-599C-F4AF-F0F3-BC2056BE8082}"/>
                </a:ext>
              </a:extLst>
            </p:cNvPr>
            <p:cNvSpPr/>
            <p:nvPr/>
          </p:nvSpPr>
          <p:spPr>
            <a:xfrm>
              <a:off x="1590686" y="1197105"/>
              <a:ext cx="1868414" cy="1232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84AB5BF-C814-6DDD-BF66-7B0D53922B85}"/>
                </a:ext>
              </a:extLst>
            </p:cNvPr>
            <p:cNvSpPr txBox="1"/>
            <p:nvPr/>
          </p:nvSpPr>
          <p:spPr>
            <a:xfrm>
              <a:off x="2590567" y="827773"/>
              <a:ext cx="1087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/>
                <a:t>Y_in</a:t>
              </a:r>
              <a:r>
                <a:rPr lang="en-US" altLang="zh-CN" b="1" dirty="0"/>
                <a:t> = 0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4FC1F35-1C60-19A7-016B-66A183A41957}"/>
                </a:ext>
              </a:extLst>
            </p:cNvPr>
            <p:cNvCxnSpPr>
              <a:cxnSpLocks/>
            </p:cNvCxnSpPr>
            <p:nvPr/>
          </p:nvCxnSpPr>
          <p:spPr>
            <a:xfrm>
              <a:off x="2641500" y="897466"/>
              <a:ext cx="0" cy="4002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F24D2F5-5033-FCAA-3A61-DA0873D79F6B}"/>
                </a:ext>
              </a:extLst>
            </p:cNvPr>
            <p:cNvGrpSpPr/>
            <p:nvPr/>
          </p:nvGrpSpPr>
          <p:grpSpPr>
            <a:xfrm>
              <a:off x="376796" y="827773"/>
              <a:ext cx="3244940" cy="2641862"/>
              <a:chOff x="530801" y="395127"/>
              <a:chExt cx="3244940" cy="2641862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62D6F55-87C9-893D-7D71-894994E20479}"/>
                  </a:ext>
                </a:extLst>
              </p:cNvPr>
              <p:cNvGrpSpPr/>
              <p:nvPr/>
            </p:nvGrpSpPr>
            <p:grpSpPr>
              <a:xfrm>
                <a:off x="530801" y="395127"/>
                <a:ext cx="3244940" cy="2641862"/>
                <a:chOff x="530801" y="395127"/>
                <a:chExt cx="3244940" cy="2641862"/>
              </a:xfrm>
            </p:grpSpPr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9E379CE3-9016-C8CB-2A29-793D4ABD8105}"/>
                    </a:ext>
                  </a:extLst>
                </p:cNvPr>
                <p:cNvSpPr txBox="1"/>
                <p:nvPr/>
              </p:nvSpPr>
              <p:spPr>
                <a:xfrm>
                  <a:off x="530801" y="1122636"/>
                  <a:ext cx="8138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Data0</a:t>
                  </a:r>
                </a:p>
              </p:txBody>
            </p: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B75007D-890A-F920-D988-5C959FA8F1B7}"/>
                    </a:ext>
                  </a:extLst>
                </p:cNvPr>
                <p:cNvSpPr txBox="1"/>
                <p:nvPr/>
              </p:nvSpPr>
              <p:spPr>
                <a:xfrm>
                  <a:off x="923927" y="395127"/>
                  <a:ext cx="11124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Weights</a:t>
                  </a:r>
                </a:p>
              </p:txBody>
            </p: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F2F1194-DE80-F6C1-3B52-718BE6A97457}"/>
                    </a:ext>
                  </a:extLst>
                </p:cNvPr>
                <p:cNvSpPr txBox="1"/>
                <p:nvPr/>
              </p:nvSpPr>
              <p:spPr>
                <a:xfrm>
                  <a:off x="2917626" y="2097103"/>
                  <a:ext cx="8581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 err="1"/>
                    <a:t>Y_out</a:t>
                  </a:r>
                  <a:endParaRPr lang="en-US" altLang="zh-CN" b="1" dirty="0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12AF7F71-A87C-6DC6-4BC7-14A29B57C368}"/>
                    </a:ext>
                  </a:extLst>
                </p:cNvPr>
                <p:cNvSpPr/>
                <p:nvPr/>
              </p:nvSpPr>
              <p:spPr>
                <a:xfrm>
                  <a:off x="1539321" y="865070"/>
                  <a:ext cx="1868414" cy="123203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cxnSp>
              <p:nvCxnSpPr>
                <p:cNvPr id="13" name="直接箭头连接符 12">
                  <a:extLst>
                    <a:ext uri="{FF2B5EF4-FFF2-40B4-BE49-F238E27FC236}">
                      <a16:creationId xmlns:a16="http://schemas.microsoft.com/office/drawing/2014/main" id="{49ED6AFF-6EFB-5E10-091E-11EE7FFC9C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02085" y="464820"/>
                  <a:ext cx="0" cy="4002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7A01E761-6A14-92A3-1B95-FED4139204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92094" y="2081644"/>
                  <a:ext cx="2376" cy="95534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箭头连接符 14">
                  <a:extLst>
                    <a:ext uri="{FF2B5EF4-FFF2-40B4-BE49-F238E27FC236}">
                      <a16:creationId xmlns:a16="http://schemas.microsoft.com/office/drawing/2014/main" id="{396D95AF-A6F5-B413-4529-9FF900FF24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6767" y="1481086"/>
                  <a:ext cx="942553" cy="108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71FCD17-A149-4C42-D43A-3527263A09A4}"/>
                  </a:ext>
                </a:extLst>
              </p:cNvPr>
              <p:cNvSpPr txBox="1"/>
              <p:nvPr/>
            </p:nvSpPr>
            <p:spPr>
              <a:xfrm>
                <a:off x="1982047" y="1168803"/>
                <a:ext cx="10358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Process</a:t>
                </a:r>
              </a:p>
              <a:p>
                <a:r>
                  <a:rPr lang="en-US" altLang="zh-CN" b="1" dirty="0"/>
                  <a:t>Element</a:t>
                </a:r>
                <a:endParaRPr lang="zh-CN" altLang="en-US" b="1" dirty="0"/>
              </a:p>
            </p:txBody>
          </p:sp>
        </p:grp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6F4ED2BD-9A1F-EB92-B785-E65B9C2259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3730" y="1913732"/>
              <a:ext cx="1578152" cy="108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6C5FB26-A5D5-F5F2-4D1B-7EAB59CED5EE}"/>
                </a:ext>
              </a:extLst>
            </p:cNvPr>
            <p:cNvSpPr txBox="1"/>
            <p:nvPr/>
          </p:nvSpPr>
          <p:spPr>
            <a:xfrm>
              <a:off x="3612790" y="1569709"/>
              <a:ext cx="1340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Data0_reg1</a:t>
              </a:r>
            </a:p>
          </p:txBody>
        </p:sp>
      </p:grpSp>
      <p:sp>
        <p:nvSpPr>
          <p:cNvPr id="76" name="文本框 75">
            <a:extLst>
              <a:ext uri="{FF2B5EF4-FFF2-40B4-BE49-F238E27FC236}">
                <a16:creationId xmlns:a16="http://schemas.microsoft.com/office/drawing/2014/main" id="{53903341-4E66-243F-D8C7-4891EA1823BA}"/>
              </a:ext>
            </a:extLst>
          </p:cNvPr>
          <p:cNvSpPr txBox="1"/>
          <p:nvPr/>
        </p:nvSpPr>
        <p:spPr>
          <a:xfrm flipH="1">
            <a:off x="4612198" y="4814576"/>
            <a:ext cx="137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…</a:t>
            </a:r>
            <a:endParaRPr lang="zh-CN" altLang="en-US" sz="4000" b="1" dirty="0"/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E307A541-97BB-F6C3-1ABD-BE98F080D041}"/>
              </a:ext>
            </a:extLst>
          </p:cNvPr>
          <p:cNvGrpSpPr/>
          <p:nvPr/>
        </p:nvGrpSpPr>
        <p:grpSpPr>
          <a:xfrm>
            <a:off x="5974502" y="2507216"/>
            <a:ext cx="4269252" cy="2415450"/>
            <a:chOff x="774428" y="827773"/>
            <a:chExt cx="4269252" cy="2415450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361C3F1-CA36-B723-2D59-97D1DBFC51B3}"/>
                </a:ext>
              </a:extLst>
            </p:cNvPr>
            <p:cNvSpPr/>
            <p:nvPr/>
          </p:nvSpPr>
          <p:spPr>
            <a:xfrm>
              <a:off x="1787685" y="1071304"/>
              <a:ext cx="1868414" cy="1232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288F0B8F-3A4C-229A-5454-2B6A2C5DDF42}"/>
                </a:ext>
              </a:extLst>
            </p:cNvPr>
            <p:cNvSpPr/>
            <p:nvPr/>
          </p:nvSpPr>
          <p:spPr>
            <a:xfrm>
              <a:off x="1590686" y="1197105"/>
              <a:ext cx="1868414" cy="1232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957A4B8A-E624-9594-5F42-EF7A3FEAAC59}"/>
                </a:ext>
              </a:extLst>
            </p:cNvPr>
            <p:cNvGrpSpPr/>
            <p:nvPr/>
          </p:nvGrpSpPr>
          <p:grpSpPr>
            <a:xfrm>
              <a:off x="774428" y="827773"/>
              <a:ext cx="2840734" cy="2415450"/>
              <a:chOff x="928433" y="395127"/>
              <a:chExt cx="2840734" cy="2415450"/>
            </a:xfrm>
          </p:grpSpPr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6F9B384E-23AF-4D51-B634-02F25BCA2D41}"/>
                  </a:ext>
                </a:extLst>
              </p:cNvPr>
              <p:cNvGrpSpPr/>
              <p:nvPr/>
            </p:nvGrpSpPr>
            <p:grpSpPr>
              <a:xfrm>
                <a:off x="928433" y="395127"/>
                <a:ext cx="2840734" cy="2415450"/>
                <a:chOff x="928433" y="395127"/>
                <a:chExt cx="2840734" cy="2415450"/>
              </a:xfrm>
            </p:grpSpPr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A1D730F4-9C64-C0D5-F177-CE1C00411C23}"/>
                    </a:ext>
                  </a:extLst>
                </p:cNvPr>
                <p:cNvSpPr txBox="1"/>
                <p:nvPr/>
              </p:nvSpPr>
              <p:spPr>
                <a:xfrm>
                  <a:off x="928433" y="395127"/>
                  <a:ext cx="11079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Weights</a:t>
                  </a:r>
                </a:p>
              </p:txBody>
            </p:sp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B07814DD-B177-3537-31D6-F2B82D542DD1}"/>
                    </a:ext>
                  </a:extLst>
                </p:cNvPr>
                <p:cNvSpPr txBox="1"/>
                <p:nvPr/>
              </p:nvSpPr>
              <p:spPr>
                <a:xfrm>
                  <a:off x="2917626" y="2097103"/>
                  <a:ext cx="8515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 err="1"/>
                    <a:t>Y_out</a:t>
                  </a:r>
                  <a:endParaRPr lang="en-US" altLang="zh-CN" b="1" dirty="0"/>
                </a:p>
              </p:txBody>
            </p: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9D6AEC50-1C31-241A-6380-67B247403933}"/>
                    </a:ext>
                  </a:extLst>
                </p:cNvPr>
                <p:cNvSpPr/>
                <p:nvPr/>
              </p:nvSpPr>
              <p:spPr>
                <a:xfrm>
                  <a:off x="1539321" y="865070"/>
                  <a:ext cx="1868414" cy="123203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cxnSp>
              <p:nvCxnSpPr>
                <p:cNvPr id="89" name="直接箭头连接符 88">
                  <a:extLst>
                    <a:ext uri="{FF2B5EF4-FFF2-40B4-BE49-F238E27FC236}">
                      <a16:creationId xmlns:a16="http://schemas.microsoft.com/office/drawing/2014/main" id="{8C81484B-45B0-EA34-9855-770D154BF7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02085" y="464820"/>
                  <a:ext cx="0" cy="4002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箭头连接符 89">
                  <a:extLst>
                    <a:ext uri="{FF2B5EF4-FFF2-40B4-BE49-F238E27FC236}">
                      <a16:creationId xmlns:a16="http://schemas.microsoft.com/office/drawing/2014/main" id="{CED98B38-D963-AB45-F4A4-7112FE035A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94470" y="2081644"/>
                  <a:ext cx="0" cy="7289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ABF95A84-B25C-9997-1285-E958C98CD84C}"/>
                  </a:ext>
                </a:extLst>
              </p:cNvPr>
              <p:cNvSpPr txBox="1"/>
              <p:nvPr/>
            </p:nvSpPr>
            <p:spPr>
              <a:xfrm>
                <a:off x="1982047" y="1168803"/>
                <a:ext cx="10358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Process</a:t>
                </a:r>
              </a:p>
              <a:p>
                <a:r>
                  <a:rPr lang="en-US" altLang="zh-CN" b="1" dirty="0"/>
                  <a:t>Element</a:t>
                </a:r>
                <a:endParaRPr lang="zh-CN" altLang="en-US" b="1" dirty="0"/>
              </a:p>
            </p:txBody>
          </p:sp>
        </p:grp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A32C4D4A-B0FD-EA99-6EFC-979DABEDAB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3730" y="1913732"/>
              <a:ext cx="1578152" cy="108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9ADDD9BB-FD87-9282-BAA2-C114B652D8C8}"/>
                </a:ext>
              </a:extLst>
            </p:cNvPr>
            <p:cNvSpPr txBox="1"/>
            <p:nvPr/>
          </p:nvSpPr>
          <p:spPr>
            <a:xfrm>
              <a:off x="3696456" y="1555282"/>
              <a:ext cx="13472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Data0_reg2</a:t>
              </a: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B333B128-F8C8-9BA5-584B-B0B8C81E7E7B}"/>
              </a:ext>
            </a:extLst>
          </p:cNvPr>
          <p:cNvGrpSpPr/>
          <p:nvPr/>
        </p:nvGrpSpPr>
        <p:grpSpPr>
          <a:xfrm>
            <a:off x="6011308" y="326266"/>
            <a:ext cx="4232446" cy="2641862"/>
            <a:chOff x="803532" y="827773"/>
            <a:chExt cx="4232446" cy="2641862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F1A0CE98-6159-B247-83F6-2862A6532328}"/>
                </a:ext>
              </a:extLst>
            </p:cNvPr>
            <p:cNvSpPr/>
            <p:nvPr/>
          </p:nvSpPr>
          <p:spPr>
            <a:xfrm>
              <a:off x="1785309" y="1064724"/>
              <a:ext cx="1868414" cy="1232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A33F5E05-0EEA-F218-6C41-17B3DD80DEEA}"/>
                </a:ext>
              </a:extLst>
            </p:cNvPr>
            <p:cNvSpPr/>
            <p:nvPr/>
          </p:nvSpPr>
          <p:spPr>
            <a:xfrm>
              <a:off x="1590686" y="1197105"/>
              <a:ext cx="1868414" cy="12320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222FDAF3-BCF6-F9C4-1712-E9DDD73D58A7}"/>
                </a:ext>
              </a:extLst>
            </p:cNvPr>
            <p:cNvSpPr txBox="1"/>
            <p:nvPr/>
          </p:nvSpPr>
          <p:spPr>
            <a:xfrm>
              <a:off x="2590567" y="827773"/>
              <a:ext cx="1087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/>
                <a:t>Y_in</a:t>
              </a:r>
              <a:r>
                <a:rPr lang="en-US" altLang="zh-CN" b="1" dirty="0"/>
                <a:t> = 0</a:t>
              </a:r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B096DC34-E905-FFA2-A4A7-596EFE69D79C}"/>
                </a:ext>
              </a:extLst>
            </p:cNvPr>
            <p:cNvCxnSpPr>
              <a:cxnSpLocks/>
            </p:cNvCxnSpPr>
            <p:nvPr/>
          </p:nvCxnSpPr>
          <p:spPr>
            <a:xfrm>
              <a:off x="2641500" y="897466"/>
              <a:ext cx="0" cy="4002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B91D6546-D3CB-EA04-0A4A-E040C49A0A67}"/>
                </a:ext>
              </a:extLst>
            </p:cNvPr>
            <p:cNvGrpSpPr/>
            <p:nvPr/>
          </p:nvGrpSpPr>
          <p:grpSpPr>
            <a:xfrm>
              <a:off x="803532" y="827773"/>
              <a:ext cx="2844864" cy="2641862"/>
              <a:chOff x="957537" y="395127"/>
              <a:chExt cx="2844864" cy="2641862"/>
            </a:xfrm>
          </p:grpSpPr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D10A6729-1983-E6EA-1562-37BF18FC0EED}"/>
                  </a:ext>
                </a:extLst>
              </p:cNvPr>
              <p:cNvGrpSpPr/>
              <p:nvPr/>
            </p:nvGrpSpPr>
            <p:grpSpPr>
              <a:xfrm>
                <a:off x="957537" y="395127"/>
                <a:ext cx="2844864" cy="2641862"/>
                <a:chOff x="957537" y="395127"/>
                <a:chExt cx="2844864" cy="2641862"/>
              </a:xfrm>
            </p:grpSpPr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48CB501-1E2A-985A-8F94-43741D8F35CB}"/>
                    </a:ext>
                  </a:extLst>
                </p:cNvPr>
                <p:cNvSpPr txBox="1"/>
                <p:nvPr/>
              </p:nvSpPr>
              <p:spPr>
                <a:xfrm>
                  <a:off x="957537" y="395127"/>
                  <a:ext cx="10788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Weights</a:t>
                  </a:r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0129B275-4ED6-2212-1F78-6DB789A4F74C}"/>
                    </a:ext>
                  </a:extLst>
                </p:cNvPr>
                <p:cNvSpPr txBox="1"/>
                <p:nvPr/>
              </p:nvSpPr>
              <p:spPr>
                <a:xfrm>
                  <a:off x="2917626" y="2097103"/>
                  <a:ext cx="8847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 err="1"/>
                    <a:t>Y_out</a:t>
                  </a:r>
                  <a:endParaRPr lang="en-US" altLang="zh-CN" b="1" dirty="0"/>
                </a:p>
              </p:txBody>
            </p:sp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D63BB99E-491B-29A7-80DF-19B8B058FFA7}"/>
                    </a:ext>
                  </a:extLst>
                </p:cNvPr>
                <p:cNvSpPr/>
                <p:nvPr/>
              </p:nvSpPr>
              <p:spPr>
                <a:xfrm>
                  <a:off x="1539321" y="865070"/>
                  <a:ext cx="1868414" cy="123203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cxnSp>
              <p:nvCxnSpPr>
                <p:cNvPr id="106" name="直接箭头连接符 105">
                  <a:extLst>
                    <a:ext uri="{FF2B5EF4-FFF2-40B4-BE49-F238E27FC236}">
                      <a16:creationId xmlns:a16="http://schemas.microsoft.com/office/drawing/2014/main" id="{864243D4-75FE-C5BB-B7C4-E96949AD2E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02085" y="464820"/>
                  <a:ext cx="0" cy="4002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箭头连接符 106">
                  <a:extLst>
                    <a:ext uri="{FF2B5EF4-FFF2-40B4-BE49-F238E27FC236}">
                      <a16:creationId xmlns:a16="http://schemas.microsoft.com/office/drawing/2014/main" id="{C96F646A-F79F-E982-8A0D-ED9A90F2F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92094" y="2081644"/>
                  <a:ext cx="2376" cy="95534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41AC3940-1CF6-79C8-1ACB-DED7E4B93884}"/>
                  </a:ext>
                </a:extLst>
              </p:cNvPr>
              <p:cNvSpPr txBox="1"/>
              <p:nvPr/>
            </p:nvSpPr>
            <p:spPr>
              <a:xfrm>
                <a:off x="1982047" y="1168803"/>
                <a:ext cx="10358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Process</a:t>
                </a:r>
              </a:p>
              <a:p>
                <a:r>
                  <a:rPr lang="en-US" altLang="zh-CN" b="1" dirty="0"/>
                  <a:t>Element</a:t>
                </a:r>
                <a:endParaRPr lang="zh-CN" altLang="en-US" b="1" dirty="0"/>
              </a:p>
            </p:txBody>
          </p:sp>
        </p:grp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83C8E015-9B71-9F46-AAE2-0AC697B0D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3730" y="1913732"/>
              <a:ext cx="1578152" cy="108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10107D13-F4D0-1BCA-9EE9-C95FD3612B59}"/>
                </a:ext>
              </a:extLst>
            </p:cNvPr>
            <p:cNvSpPr txBox="1"/>
            <p:nvPr/>
          </p:nvSpPr>
          <p:spPr>
            <a:xfrm>
              <a:off x="3696456" y="1555282"/>
              <a:ext cx="13395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Data0_reg2</a:t>
              </a:r>
            </a:p>
          </p:txBody>
        </p:sp>
      </p:grp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D4D2A13-407B-AD60-46B0-B504515BC79C}"/>
              </a:ext>
            </a:extLst>
          </p:cNvPr>
          <p:cNvSpPr txBox="1"/>
          <p:nvPr/>
        </p:nvSpPr>
        <p:spPr>
          <a:xfrm flipH="1">
            <a:off x="8025127" y="4812065"/>
            <a:ext cx="137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…</a:t>
            </a:r>
            <a:endParaRPr lang="zh-CN" altLang="en-US" sz="4000" b="1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2A0B904-024A-D733-AE42-9EEF9516CA09}"/>
              </a:ext>
            </a:extLst>
          </p:cNvPr>
          <p:cNvSpPr txBox="1"/>
          <p:nvPr/>
        </p:nvSpPr>
        <p:spPr>
          <a:xfrm flipH="1">
            <a:off x="10482385" y="1038387"/>
            <a:ext cx="137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…</a:t>
            </a:r>
            <a:endParaRPr lang="zh-CN" altLang="en-US" sz="4000" b="1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CEAC9A6-C14D-B6B5-C854-31D0D4D8EC2F}"/>
              </a:ext>
            </a:extLst>
          </p:cNvPr>
          <p:cNvSpPr txBox="1"/>
          <p:nvPr/>
        </p:nvSpPr>
        <p:spPr>
          <a:xfrm flipH="1">
            <a:off x="10564949" y="3239232"/>
            <a:ext cx="137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…</a:t>
            </a:r>
            <a:endParaRPr lang="zh-CN" altLang="en-US" sz="4000" b="1" dirty="0"/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6520EE6D-1B7D-DCE2-9EB7-F240291E299B}"/>
              </a:ext>
            </a:extLst>
          </p:cNvPr>
          <p:cNvGrpSpPr/>
          <p:nvPr/>
        </p:nvGrpSpPr>
        <p:grpSpPr>
          <a:xfrm>
            <a:off x="2582369" y="5367557"/>
            <a:ext cx="7661385" cy="475018"/>
            <a:chOff x="3028529" y="2550775"/>
            <a:chExt cx="1024727" cy="1383046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C225834C-AAC7-84FD-6341-FBAF6FE7D2B3}"/>
                </a:ext>
              </a:extLst>
            </p:cNvPr>
            <p:cNvSpPr/>
            <p:nvPr/>
          </p:nvSpPr>
          <p:spPr>
            <a:xfrm>
              <a:off x="3028529" y="2550775"/>
              <a:ext cx="1024727" cy="13830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5D4BE322-1453-293A-82ED-6BBC951601C1}"/>
                </a:ext>
              </a:extLst>
            </p:cNvPr>
            <p:cNvSpPr txBox="1"/>
            <p:nvPr/>
          </p:nvSpPr>
          <p:spPr>
            <a:xfrm>
              <a:off x="3077059" y="2689462"/>
              <a:ext cx="907629" cy="1075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Output Layer</a:t>
              </a:r>
            </a:p>
          </p:txBody>
        </p:sp>
      </p:grp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D7FDF797-2E8D-10EF-1882-C601743B75D7}"/>
              </a:ext>
            </a:extLst>
          </p:cNvPr>
          <p:cNvCxnSpPr>
            <a:cxnSpLocks/>
          </p:cNvCxnSpPr>
          <p:nvPr/>
        </p:nvCxnSpPr>
        <p:spPr>
          <a:xfrm>
            <a:off x="4355663" y="5830863"/>
            <a:ext cx="0" cy="728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EA9E5457-126F-F9DE-6CA1-28F6837AC331}"/>
              </a:ext>
            </a:extLst>
          </p:cNvPr>
          <p:cNvSpPr txBox="1"/>
          <p:nvPr/>
        </p:nvSpPr>
        <p:spPr>
          <a:xfrm>
            <a:off x="4409809" y="6147468"/>
            <a:ext cx="201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Y_out</a:t>
            </a:r>
            <a:r>
              <a:rPr lang="en-US" altLang="zh-CN" b="1" dirty="0"/>
              <a:t> – Col0 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83784EE-C88C-90F5-5B7A-D40874610F69}"/>
              </a:ext>
            </a:extLst>
          </p:cNvPr>
          <p:cNvSpPr txBox="1"/>
          <p:nvPr/>
        </p:nvSpPr>
        <p:spPr>
          <a:xfrm>
            <a:off x="7994304" y="6097753"/>
            <a:ext cx="201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Y_out</a:t>
            </a:r>
            <a:r>
              <a:rPr lang="en-US" altLang="zh-CN" b="1" dirty="0"/>
              <a:t> – Col1 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BDCBED2-748A-E693-289A-E18106CF90C9}"/>
              </a:ext>
            </a:extLst>
          </p:cNvPr>
          <p:cNvSpPr txBox="1"/>
          <p:nvPr/>
        </p:nvSpPr>
        <p:spPr>
          <a:xfrm flipH="1">
            <a:off x="9327058" y="5928476"/>
            <a:ext cx="137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…</a:t>
            </a:r>
            <a:endParaRPr lang="zh-CN" altLang="en-US" sz="4000" b="1" dirty="0"/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84897A2F-08E8-CB07-A4B4-2298AB92135F}"/>
              </a:ext>
            </a:extLst>
          </p:cNvPr>
          <p:cNvCxnSpPr>
            <a:cxnSpLocks/>
          </p:cNvCxnSpPr>
          <p:nvPr/>
        </p:nvCxnSpPr>
        <p:spPr>
          <a:xfrm>
            <a:off x="7869959" y="5842574"/>
            <a:ext cx="0" cy="728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7F001249-CE6F-94A6-87A5-15C27B694072}"/>
              </a:ext>
            </a:extLst>
          </p:cNvPr>
          <p:cNvSpPr txBox="1"/>
          <p:nvPr/>
        </p:nvSpPr>
        <p:spPr>
          <a:xfrm>
            <a:off x="0" y="-956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三维脉动卷积阵列结构</a:t>
            </a:r>
          </a:p>
        </p:txBody>
      </p:sp>
    </p:spTree>
    <p:extLst>
      <p:ext uri="{BB962C8B-B14F-4D97-AF65-F5344CB8AC3E}">
        <p14:creationId xmlns:p14="http://schemas.microsoft.com/office/powerpoint/2010/main" val="4181610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141</Words>
  <Application>Microsoft Office PowerPoint</Application>
  <PresentationFormat>宽屏</PresentationFormat>
  <Paragraphs>69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Datou21</dc:creator>
  <cp:lastModifiedBy>Datou21</cp:lastModifiedBy>
  <cp:revision>100</cp:revision>
  <dcterms:created xsi:type="dcterms:W3CDTF">2026-04-18T04:15:59Z</dcterms:created>
  <dcterms:modified xsi:type="dcterms:W3CDTF">2026-04-21T09:26:49Z</dcterms:modified>
</cp:coreProperties>
</file>